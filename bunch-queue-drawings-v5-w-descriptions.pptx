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67" r:id="rId5"/>
    <p:sldId id="268" r:id="rId6"/>
    <p:sldId id="270" r:id="rId7"/>
    <p:sldId id="269" r:id="rId8"/>
    <p:sldId id="266" r:id="rId9"/>
    <p:sldId id="259" r:id="rId10"/>
    <p:sldId id="260" r:id="rId11"/>
    <p:sldId id="261" r:id="rId12"/>
    <p:sldId id="262" r:id="rId13"/>
    <p:sldId id="265" r:id="rId14"/>
    <p:sldId id="263" r:id="rId15"/>
    <p:sldId id="264" r:id="rId16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6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5A04D-427A-4145-A4D7-D01696CD0E8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B2D1B-29E6-4A27-ADE8-FA63D82C7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70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B2D1B-29E6-4A27-ADE8-FA63D82C7C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58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BA037-8A46-49BF-B3DC-E1A7A1A1D5BD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8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E99C3-FF05-46AE-A087-5E088660EB9C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6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B98F1-6FEA-4C04-987C-0CD22AFF1E26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6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F412F-2F56-46EF-914B-2D0B8E4967B2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9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8EDD-85F8-4977-98A3-E596A087D909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4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9119-97B7-44DC-B094-2CFF1EF95567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42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AF4B0-A754-457A-AE9C-7BC1AAEA8774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0C5C9-90F8-4589-8049-1EEC58302783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9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9139-BE63-4318-A4B7-FCB8604B9303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3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41530-9709-463F-AA84-B86EB418EFBB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3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A420-A223-42C6-A4B0-D3B0265CD90E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8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49A86-C040-4763-985B-14125B664220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Figure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1FF2-D9A9-49F7-9A1A-632B44932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47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D113F4-F4D9-B5DA-B87C-F66C6BC47B5C}"/>
              </a:ext>
            </a:extLst>
          </p:cNvPr>
          <p:cNvSpPr txBox="1"/>
          <p:nvPr/>
        </p:nvSpPr>
        <p:spPr>
          <a:xfrm>
            <a:off x="200025" y="104775"/>
            <a:ext cx="8839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Fig. 1</a:t>
            </a:r>
            <a:r>
              <a:rPr lang="en-US" dirty="0"/>
              <a:t>.  Two-dimensional behavioral classification framework. Priority (vertical) and aggression (horizontal) are independent dimensions defining four behavioral quadrants.</a:t>
            </a:r>
          </a:p>
          <a:p>
            <a:r>
              <a:rPr lang="en-US" b="1" dirty="0"/>
              <a:t>Fig. 2.  </a:t>
            </a:r>
            <a:r>
              <a:rPr lang="en-US" dirty="0"/>
              <a:t>Passive agent latency as a function of aggression level across five scales (100 to 5,000 agents). Optimal zone 75-90% shaded. Three-run validated averages.</a:t>
            </a:r>
          </a:p>
          <a:p>
            <a:r>
              <a:rPr lang="en-US" b="1" dirty="0"/>
              <a:t>Fig. 3.  </a:t>
            </a:r>
            <a:r>
              <a:rPr lang="en-US" dirty="0"/>
              <a:t>Passive agent latency comparison across three assignment methods at 85% aggression. C-ConvAttempt (V13) achieves 17-21% further improvement over V12 C-Convergent.</a:t>
            </a:r>
          </a:p>
          <a:p>
            <a:r>
              <a:rPr lang="en-US" b="1" dirty="0"/>
              <a:t>Fig. 4.  </a:t>
            </a:r>
            <a:r>
              <a:rPr lang="en-US" dirty="0"/>
              <a:t>Complete performance comparison at 5,000 agents across all scheduling approaches. C-ConvAttempt achieves 68% improvement over the orderly baseline.</a:t>
            </a:r>
          </a:p>
          <a:p>
            <a:r>
              <a:rPr lang="en-US" b="1" dirty="0"/>
              <a:t>Fig. 5.</a:t>
            </a:r>
            <a:r>
              <a:rPr lang="en-US" dirty="0"/>
              <a:t> Redis concurrency sweep — SET throughput and P50 latency (three-run validated, 200,000 operations per run). Bars show SET throughput peaking at 120,000 req/s in the optimal zone c=30 to c=100 — confirming the BPQT minimum effective pressure principle. The latency line remains flat through the optimal zone, then climbs 38x </a:t>
            </a:r>
          </a:p>
          <a:p>
            <a:r>
              <a:rPr lang="en-US" b="1" dirty="0"/>
              <a:t>Fig. 6.  </a:t>
            </a:r>
            <a:r>
              <a:rPr lang="en-US" dirty="0"/>
              <a:t>BPQT simulation vs Redis benchmark results, normalized to passive baseline = 1.0x. Both confirm consistent improvement trajectory. Redis magnitude larger due to pipeline batching vs individual agent movement.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0381B5-8B3E-D92A-506D-E9472053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C1946-538A-14EF-D629-5348D1A6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4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08448-1013-275E-30AC-EF3E5C1A8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E3C3FF-5B30-9BB3-2063-B954D617A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207" y="857250"/>
            <a:ext cx="4974767" cy="411972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5E519F-BCCF-57EF-8099-8302E136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56671-E195-7400-3470-176B5866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5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F58AB-B603-5C56-9E37-A705701A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B504AC-A940-E14C-9B4F-051B72BE1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4089"/>
            <a:ext cx="9144000" cy="517666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405BB-BA0A-F202-6479-D3B686FA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9FE69-0BCF-E3CB-D6ED-D967BA3B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75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0E3261-9D40-36FA-4013-54075DB50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54" y="1353132"/>
            <a:ext cx="6687892" cy="415173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9B893-0037-81B0-6F27-D7DB9CF5F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F10BD0-BF53-F26C-61CE-31EC5B4A7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07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37FEF-E907-E57D-00E8-139AC77AA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38" y="1152525"/>
            <a:ext cx="8173377" cy="40957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F8509-C5DF-C0C1-0D67-F6276377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7CDF9-68D4-308A-C35E-3458ECF9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815363-F14E-D874-F018-260415D76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C67525-29D5-C182-7FBA-BE2A6D2E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F3C84-6643-3DAA-499A-44E90681F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979" y="847120"/>
            <a:ext cx="6950042" cy="516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35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CDD558-DF9A-F460-E7A9-845D19139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293" y="914395"/>
            <a:ext cx="6629413" cy="502921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C72B7-D72A-BDDE-D973-25525A23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809BE-E156-0153-E598-80C81EE6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8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B3E01-022B-C933-13E5-5ABF13D0A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08" y="542294"/>
            <a:ext cx="7931583" cy="577341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F4D18-CDC7-ECB4-EEF2-F5BA89815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7B7D6-0439-9ACC-6CE0-546C7B9B2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29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FBB1-3C97-0E30-7B54-0E6374EF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6DA5EE-FD62-5BB3-18D0-6A13552AC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885" y="1263971"/>
            <a:ext cx="6488231" cy="433005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F2D531-FA51-5FB1-9C3C-77EEBFB4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E9E7A-BA40-A428-0F69-4A75D715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80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F7565-BCF9-16BE-3195-FBD6058F1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F1AA60-6F3A-948C-8820-6A3380D70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885" y="1263971"/>
            <a:ext cx="6488231" cy="433005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8E8433-AB3C-9E17-FB67-1836F93F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2578E-9588-31BF-60E9-F8A1E543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76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B9AB8-10C9-88DC-837C-53FE882D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A12C1F-1D42-2053-5CF3-D6742540A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657" y="1263971"/>
            <a:ext cx="5948687" cy="433005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761C08-CD8D-4498-6F00-6EE9D7E8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55B9F0-6EBB-83C1-9B3B-EE7C29BB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31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662AE-0A64-2513-544D-50E25856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72BC03-5825-396B-F019-048BA254A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657" y="1174809"/>
            <a:ext cx="5948687" cy="450838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9FA821-F59E-BDF2-A5CB-5EFAC9EA3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D3BDD-A9D4-BD59-2144-EBDB11CC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85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C99CE3-1DC0-4F52-8014-8160B77A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970" y="1543046"/>
            <a:ext cx="4972060" cy="377190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6AE92B-3A98-6FBF-654D-C010DA929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710E1B-8D72-CAB9-F255-611120F6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75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9FF25-38A2-58B5-1C7B-9051699F6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E4F17C-BD92-7113-ACB4-7864EBFF7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041" y="1872099"/>
            <a:ext cx="5015919" cy="311380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7309D-80E2-3524-C027-05A14AD0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A65403-AA6C-A44F-201A-3CC5040B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69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824DD9-1831-B16A-7446-CC6B810B2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49" y="2395639"/>
            <a:ext cx="4124302" cy="2066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3BEE5F-B8A0-5A6A-37F5-826533B8C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Figure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BDD66-32D8-E055-4870-B2747CA6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1FF2-D9A9-49F7-9A1A-632B4493249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1429</TotalTime>
  <Words>245</Words>
  <Application>Microsoft Office PowerPoint</Application>
  <PresentationFormat>Letter Paper (8.5x11 in)</PresentationFormat>
  <Paragraphs>38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Curry</dc:creator>
  <cp:lastModifiedBy>jeff Curry</cp:lastModifiedBy>
  <cp:revision>7</cp:revision>
  <dcterms:created xsi:type="dcterms:W3CDTF">2026-07-25T19:05:14Z</dcterms:created>
  <dcterms:modified xsi:type="dcterms:W3CDTF">2026-07-27T19:44:34Z</dcterms:modified>
</cp:coreProperties>
</file>